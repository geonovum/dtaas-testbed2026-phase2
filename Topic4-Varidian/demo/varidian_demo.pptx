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0" dt="2026-10-21T07:11:40.214"/>
    <p1510:client id="{1557DAAD-43A4-1541-A3B9-FBF06240B485}" v="1" dt="2026-10-21T07:12:27.384"/>
    <p1510:client id="{33332844-C82A-097E-F25D-E11B73BB81D0}" v="23" dt="2026-10-21T07:10:25.9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m van Stokkum - IMAGEM" userId="S::wim.vanstokkum@imagem.nl::d2a1ab23-4c12-4881-bef7-dc4c3fb12d9a" providerId="AD" clId="Web-{00000000-0000-0000-0000-000000000000}"/>
    <pc:docChg chg="delSld modSld">
      <pc:chgData name="Wim van Stokkum - IMAGEM" userId="S::wim.vanstokkum@imagem.nl::d2a1ab23-4c12-4881-bef7-dc4c3fb12d9a" providerId="AD" clId="Web-{00000000-0000-0000-0000-000000000000}" dt="2026-10-21T07:11:40.214" v="10"/>
      <pc:docMkLst>
        <pc:docMk/>
      </pc:docMkLst>
      <pc:sldChg chg="addSp modSp del">
        <pc:chgData name="Wim van Stokkum - IMAGEM" userId="S::wim.vanstokkum@imagem.nl::d2a1ab23-4c12-4881-bef7-dc4c3fb12d9a" providerId="AD" clId="Web-{00000000-0000-0000-0000-000000000000}" dt="2026-10-21T07:11:32.620" v="6"/>
        <pc:sldMkLst>
          <pc:docMk/>
          <pc:sldMk cId="0" sldId="256"/>
        </pc:sldMkLst>
        <pc:spChg chg="add mod">
          <ac:chgData name="Wim van Stokkum - IMAGEM" userId="S::wim.vanstokkum@imagem.nl::d2a1ab23-4c12-4881-bef7-dc4c3fb12d9a" providerId="AD" clId="Web-{00000000-0000-0000-0000-000000000000}" dt="2026-10-21T07:11:30.058" v="5"/>
          <ac:spMkLst>
            <pc:docMk/>
            <pc:sldMk cId="0" sldId="256"/>
            <ac:spMk id="6" creationId="{22811665-BE02-EE8C-D50D-513BF33197B8}"/>
          </ac:spMkLst>
        </pc:spChg>
        <pc:picChg chg="mod">
          <ac:chgData name="Wim van Stokkum - IMAGEM" userId="S::wim.vanstokkum@imagem.nl::d2a1ab23-4c12-4881-bef7-dc4c3fb12d9a" providerId="AD" clId="Web-{00000000-0000-0000-0000-000000000000}" dt="2026-10-21T07:11:12.338" v="3" actId="1076"/>
          <ac:picMkLst>
            <pc:docMk/>
            <pc:sldMk cId="0" sldId="256"/>
            <ac:picMk id="2" creationId="{00000000-0000-0000-0000-000000000000}"/>
          </ac:picMkLst>
        </pc:picChg>
      </pc:sldChg>
      <pc:sldChg chg="addSp delSp modSp">
        <pc:chgData name="Wim van Stokkum - IMAGEM" userId="S::wim.vanstokkum@imagem.nl::d2a1ab23-4c12-4881-bef7-dc4c3fb12d9a" providerId="AD" clId="Web-{00000000-0000-0000-0000-000000000000}" dt="2026-10-21T07:11:40.214" v="10"/>
        <pc:sldMkLst>
          <pc:docMk/>
          <pc:sldMk cId="0" sldId="257"/>
        </pc:sldMkLst>
        <pc:spChg chg="add del mod">
          <ac:chgData name="Wim van Stokkum - IMAGEM" userId="S::wim.vanstokkum@imagem.nl::d2a1ab23-4c12-4881-bef7-dc4c3fb12d9a" providerId="AD" clId="Web-{00000000-0000-0000-0000-000000000000}" dt="2026-10-21T07:11:40.214" v="10"/>
          <ac:spMkLst>
            <pc:docMk/>
            <pc:sldMk cId="0" sldId="257"/>
            <ac:spMk id="9" creationId="{14A210BB-4073-68A3-EC62-50BFBF16E71B}"/>
          </ac:spMkLst>
        </pc:spChg>
      </pc:sldChg>
    </pc:docChg>
  </pc:docChgLst>
  <pc:docChgLst>
    <pc:chgData name="Wim van Stokkum - IMAGEM" userId="S::wim.vanstokkum@imagem.nl::d2a1ab23-4c12-4881-bef7-dc4c3fb12d9a" providerId="AD" clId="Web-{33332844-C82A-097E-F25D-E11B73BB81D0}"/>
    <pc:docChg chg="modSld">
      <pc:chgData name="Wim van Stokkum - IMAGEM" userId="S::wim.vanstokkum@imagem.nl::d2a1ab23-4c12-4881-bef7-dc4c3fb12d9a" providerId="AD" clId="Web-{33332844-C82A-097E-F25D-E11B73BB81D0}" dt="2026-10-21T07:10:25.964" v="22" actId="20577"/>
      <pc:docMkLst>
        <pc:docMk/>
      </pc:docMkLst>
      <pc:sldChg chg="modSp">
        <pc:chgData name="Wim van Stokkum - IMAGEM" userId="S::wim.vanstokkum@imagem.nl::d2a1ab23-4c12-4881-bef7-dc4c3fb12d9a" providerId="AD" clId="Web-{33332844-C82A-097E-F25D-E11B73BB81D0}" dt="2026-10-21T07:10:25.964" v="22" actId="20577"/>
        <pc:sldMkLst>
          <pc:docMk/>
          <pc:sldMk cId="0" sldId="256"/>
        </pc:sldMkLst>
        <pc:spChg chg="mod">
          <ac:chgData name="Wim van Stokkum - IMAGEM" userId="S::wim.vanstokkum@imagem.nl::d2a1ab23-4c12-4881-bef7-dc4c3fb12d9a" providerId="AD" clId="Web-{33332844-C82A-097E-F25D-E11B73BB81D0}" dt="2026-10-21T07:09:14.962" v="1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Wim van Stokkum - IMAGEM" userId="S::wim.vanstokkum@imagem.nl::d2a1ab23-4c12-4881-bef7-dc4c3fb12d9a" providerId="AD" clId="Web-{33332844-C82A-097E-F25D-E11B73BB81D0}" dt="2026-10-21T07:10:25.964" v="22" actId="20577"/>
          <ac:spMkLst>
            <pc:docMk/>
            <pc:sldMk cId="0" sldId="256"/>
            <ac:spMk id="5" creationId="{00000000-0000-0000-0000-000000000000}"/>
          </ac:spMkLst>
        </pc:spChg>
      </pc:sldChg>
    </pc:docChg>
  </pc:docChgLst>
  <pc:docChgLst>
    <pc:chgData name="Wim van Stokkum - IMAGEM" userId="d2a1ab23-4c12-4881-bef7-dc4c3fb12d9a" providerId="ADAL" clId="{3A710C1E-EB8B-5AF0-97CB-434B495F08D4}"/>
    <pc:docChg chg="addSld modSld">
      <pc:chgData name="Wim van Stokkum - IMAGEM" userId="d2a1ab23-4c12-4881-bef7-dc4c3fb12d9a" providerId="ADAL" clId="{3A710C1E-EB8B-5AF0-97CB-434B495F08D4}" dt="2026-10-21T07:12:27.384" v="0"/>
      <pc:docMkLst>
        <pc:docMk/>
      </pc:docMkLst>
      <pc:sldChg chg="add">
        <pc:chgData name="Wim van Stokkum - IMAGEM" userId="d2a1ab23-4c12-4881-bef7-dc4c3fb12d9a" providerId="ADAL" clId="{3A710C1E-EB8B-5AF0-97CB-434B495F08D4}" dt="2026-10-21T07:12:27.384" v="0"/>
        <pc:sldMkLst>
          <pc:docMk/>
          <pc:sldMk cId="0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92D3B-4328-4C5D-831A-83FEEEDD259B}" type="datetimeFigureOut"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53FF62-3AF6-4296-9914-F40FB116562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457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 drie video's liggen op elkaar in het kader en verschijnen na elkaar (Weergeven + Afspelen, 'Met vorige').</a:t>
            </a:r>
          </a:p>
          <a:p>
            <a:r>
              <a:t>Alle effecten hebben een vaste vertraging vanaf het begin van de slide; er schuift niets vanzelf mee.</a:t>
            </a:r>
          </a:p>
          <a:p>
            <a:r>
              <a:t>- 01 - Grondwaterstand: vertraging 2.3 s, lengte 17.8 s (stap 1 licht dan op).</a:t>
            </a:r>
          </a:p>
          <a:p>
            <a:r>
              <a:t>- 02 - Subsidence: vertraging 21.2 s, lengte 15.0 s (stap 2 licht dan op).</a:t>
            </a:r>
          </a:p>
          <a:p>
            <a:r>
              <a:t>- 03 - Where can I build: vertraging 37.2 s, lengte 10.4 s (stap 3 licht dan op).</a:t>
            </a:r>
          </a:p>
          <a:p>
            <a:r>
              <a:t>Een video vervangen: zelfde plek en maat, Weergeven en Afspelen met dezelfde vertraging; de volgende video's en stappen schuiven op met het verschil in lengte (+1.0 s tussenruimte).</a:t>
            </a:r>
          </a:p>
          <a:p>
            <a:r>
              <a:t>Labels: losse vlakken met tekst onderaan in het videobeeld ('Label · …'), elk met een fade in en fade out op een vaste vertraging; vervang je een video door een met een andere lengte, verschuif ze dan 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 opname '04 - Smart Construction Analysis Recipe' (19.2 s) verschijnt op 2.4 s over de hele slide en speelt één keer (Weergeven + Afspelen, 'Met vorige'); daarna blijft het laatste beeld staan.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13" Type="http://schemas.openxmlformats.org/officeDocument/2006/relationships/image" Target="../media/image10.png"/><Relationship Id="rId3" Type="http://schemas.microsoft.com/office/2007/relationships/media" Target="../media/media5.mp4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9.png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video" Target="../media/media6.mp4"/><Relationship Id="rId11" Type="http://schemas.openxmlformats.org/officeDocument/2006/relationships/image" Target="../media/image8.png"/><Relationship Id="rId5" Type="http://schemas.microsoft.com/office/2007/relationships/media" Target="../media/media6.mp4"/><Relationship Id="rId1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video" Target="../media/media5.mp4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8.mp4"/><Relationship Id="rId1" Type="http://schemas.microsoft.com/office/2007/relationships/media" Target="../media/media8.mp4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uild-up (video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Varidian logo" descr="G1-title-logo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6750" y="419100"/>
            <a:ext cx="3238500" cy="479971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1339081" y="2863155"/>
            <a:ext cx="9532888" cy="7314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5759"/>
              </a:lnSpc>
            </a:pPr>
            <a:r>
              <a:rPr sz="4800" b="1" spc="82">
                <a:solidFill>
                  <a:srgbClr val="FFFFFF"/>
                </a:solidFill>
                <a:latin typeface="Josefin Sans"/>
                <a:ea typeface="Josefin Sans"/>
                <a:cs typeface="Josefin Sans"/>
              </a:rPr>
              <a:t>SOIL-GUIDED SITE ANALYSIS</a:t>
            </a:r>
          </a:p>
        </p:txBody>
      </p:sp>
      <p:sp>
        <p:nvSpPr>
          <p:cNvPr id="5" name="Question"/>
          <p:cNvSpPr txBox="1"/>
          <p:nvPr/>
        </p:nvSpPr>
        <p:spPr>
          <a:xfrm>
            <a:off x="1809750" y="3727996"/>
            <a:ext cx="8591550" cy="30852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2429"/>
              </a:lnSpc>
            </a:pPr>
            <a:r>
              <a:rPr sz="2025" b="1" spc="1200">
                <a:solidFill>
                  <a:srgbClr val="EFD69F"/>
                </a:solidFill>
                <a:latin typeface="Josefin Sans"/>
                <a:ea typeface="Josefin Sans"/>
                <a:cs typeface="Josefin Sans"/>
              </a:rPr>
              <a:t>WHERE CAN WE BUILD?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4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16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4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uild-up (video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Varidian logo" descr="G2-context-logo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3650" y="6265218"/>
            <a:ext cx="1428750" cy="211782"/>
          </a:xfrm>
          <a:prstGeom prst="rect">
            <a:avLst/>
          </a:prstGeom>
        </p:spPr>
      </p:pic>
      <p:sp>
        <p:nvSpPr>
          <p:cNvPr id="4" name="Chapter pill"/>
          <p:cNvSpPr/>
          <p:nvPr/>
        </p:nvSpPr>
        <p:spPr>
          <a:xfrm>
            <a:off x="609600" y="609600"/>
            <a:ext cx="1522958" cy="293340"/>
          </a:xfrm>
          <a:prstGeom prst="rect">
            <a:avLst/>
          </a:prstGeom>
          <a:noFill/>
          <a:ln w="9525">
            <a:solidFill>
              <a:srgbClr val="EFD6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14300" tIns="0" rIns="114300" bIns="0" rtlCol="0" anchor="ctr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spc="300">
                <a:solidFill>
                  <a:srgbClr val="EFD69F"/>
                </a:solidFill>
                <a:latin typeface="Josefin Sans"/>
                <a:ea typeface="Josefin Sans"/>
                <a:cs typeface="Josefin Sans"/>
              </a:rPr>
              <a:t>1 · CONTEXT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09600" y="2047173"/>
            <a:ext cx="4972050" cy="5447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4290"/>
              </a:lnSpc>
            </a:pPr>
            <a:r>
              <a:rPr sz="3900" b="1">
                <a:solidFill>
                  <a:srgbClr val="FFFFFF"/>
                </a:solidFill>
                <a:latin typeface="Josefin Sans"/>
                <a:ea typeface="Josefin Sans"/>
                <a:cs typeface="Josefin Sans"/>
              </a:rPr>
              <a:t>Where can we build?</a:t>
            </a:r>
          </a:p>
        </p:txBody>
      </p:sp>
      <p:sp>
        <p:nvSpPr>
          <p:cNvPr id="6" name="Statement"/>
          <p:cNvSpPr txBox="1"/>
          <p:nvPr/>
        </p:nvSpPr>
        <p:spPr>
          <a:xfrm>
            <a:off x="609600" y="2967930"/>
            <a:ext cx="4972050" cy="714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12"/>
              </a:lnSpc>
            </a:pPr>
            <a:r>
              <a:rPr sz="2250" b="1">
                <a:solidFill>
                  <a:srgbClr val="FFFFFF"/>
                </a:solidFill>
                <a:latin typeface="Josefin Sans"/>
                <a:ea typeface="Josefin Sans"/>
                <a:cs typeface="Josefin Sans"/>
              </a:rPr>
              <a:t>Settlement analysis helps find suitable areas.</a:t>
            </a:r>
          </a:p>
        </p:txBody>
      </p:sp>
      <p:sp>
        <p:nvSpPr>
          <p:cNvPr id="7" name="Statement"/>
          <p:cNvSpPr txBox="1"/>
          <p:nvPr/>
        </p:nvSpPr>
        <p:spPr>
          <a:xfrm>
            <a:off x="609600" y="4063305"/>
            <a:ext cx="4972050" cy="7143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812"/>
              </a:lnSpc>
            </a:pPr>
            <a:r>
              <a:rPr sz="2250" b="1">
                <a:solidFill>
                  <a:srgbClr val="FFFFFF"/>
                </a:solidFill>
                <a:latin typeface="Josefin Sans"/>
                <a:ea typeface="Josefin Sans"/>
                <a:cs typeface="Josefin Sans"/>
              </a:rPr>
              <a:t>This analysis is our use case to explore how to implement recipes.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609600" y="6328470"/>
            <a:ext cx="8591550" cy="1485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70"/>
              </a:lnSpc>
            </a:pPr>
            <a:r>
              <a:rPr sz="975" b="0">
                <a:solidFill>
                  <a:srgbClr val="EFD69F"/>
                </a:solidFill>
                <a:latin typeface="Source Sans 3"/>
                <a:ea typeface="Source Sans 3"/>
                <a:cs typeface="Source Sans 3"/>
              </a:rPr>
              <a:t>Illustrative, not calculated.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4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4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90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25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4" grpId="0" animBg="1"/>
      <p:bldP spid="5" grpId="0"/>
      <p:bldP spid="6" grpId="0"/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uild-up (video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Varidian logo" descr="G2-context-logo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3650" y="6265218"/>
            <a:ext cx="1428750" cy="211782"/>
          </a:xfrm>
          <a:prstGeom prst="rect">
            <a:avLst/>
          </a:prstGeom>
        </p:spPr>
      </p:pic>
      <p:sp>
        <p:nvSpPr>
          <p:cNvPr id="4" name="Chapter pill"/>
          <p:cNvSpPr/>
          <p:nvPr/>
        </p:nvSpPr>
        <p:spPr>
          <a:xfrm>
            <a:off x="609600" y="609600"/>
            <a:ext cx="1346150" cy="293340"/>
          </a:xfrm>
          <a:prstGeom prst="rect">
            <a:avLst/>
          </a:prstGeom>
          <a:noFill/>
          <a:ln w="9525">
            <a:solidFill>
              <a:srgbClr val="EFD6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14300" tIns="0" rIns="114300" bIns="0" rtlCol="0" anchor="ctr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spc="300">
                <a:solidFill>
                  <a:srgbClr val="EFD69F"/>
                </a:solidFill>
                <a:latin typeface="Josefin Sans"/>
                <a:ea typeface="Josefin Sans"/>
                <a:cs typeface="Josefin Sans"/>
              </a:rPr>
              <a:t>2 · RECIPE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609600" y="1074390"/>
            <a:ext cx="10991850" cy="42282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329"/>
              </a:lnSpc>
            </a:pPr>
            <a:r>
              <a:rPr sz="2775" b="1">
                <a:solidFill>
                  <a:srgbClr val="FFFFFF"/>
                </a:solidFill>
                <a:latin typeface="Josefin Sans"/>
                <a:ea typeface="Josefin Sans"/>
                <a:cs typeface="Josefin Sans"/>
              </a:rPr>
              <a:t>Soil-Guided Site Analysis Recipe</a:t>
            </a:r>
          </a:p>
        </p:txBody>
      </p:sp>
      <p:sp>
        <p:nvSpPr>
          <p:cNvPr id="6" name="Source"/>
          <p:cNvSpPr txBox="1"/>
          <p:nvPr/>
        </p:nvSpPr>
        <p:spPr>
          <a:xfrm>
            <a:off x="609600" y="6328470"/>
            <a:ext cx="8210550" cy="1485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70"/>
              </a:lnSpc>
            </a:pPr>
            <a:r>
              <a:rPr sz="975" b="0">
                <a:solidFill>
                  <a:srgbClr val="EFD69F"/>
                </a:solidFill>
                <a:latin typeface="Source Sans 3"/>
                <a:ea typeface="Source Sans 3"/>
                <a:cs typeface="Source Sans 3"/>
              </a:rPr>
              <a:t>Data: BRO; GeoTOP (TNO-GDN). Model: Atlantis (Deltares). Illustrative, not calculated.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4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26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19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4" grpId="0" animBg="1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40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 pill"/>
          <p:cNvSpPr/>
          <p:nvPr/>
        </p:nvSpPr>
        <p:spPr>
          <a:xfrm>
            <a:off x="609600" y="609600"/>
            <a:ext cx="1759893" cy="293340"/>
          </a:xfrm>
          <a:prstGeom prst="rect">
            <a:avLst/>
          </a:prstGeom>
          <a:noFill/>
          <a:ln w="9525">
            <a:solidFill>
              <a:srgbClr val="EFD6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14300" tIns="0" rIns="114300" bIns="0" rtlCol="0" anchor="ctr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spc="300">
                <a:solidFill>
                  <a:srgbClr val="EFD69F"/>
                </a:solidFill>
                <a:latin typeface="Josefin Sans"/>
                <a:ea typeface="Josefin Sans"/>
                <a:cs typeface="Josefin Sans"/>
              </a:rPr>
              <a:t>3 · HANDWORK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609600" y="1131540"/>
            <a:ext cx="8591550" cy="42282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329"/>
              </a:lnSpc>
            </a:pPr>
            <a:r>
              <a:rPr sz="2775" b="1">
                <a:solidFill>
                  <a:srgbClr val="FFFFFF"/>
                </a:solidFill>
                <a:latin typeface="Josefin Sans"/>
                <a:ea typeface="Josefin Sans"/>
                <a:cs typeface="Josefin Sans"/>
              </a:rPr>
              <a:t>Three steps, first done by hand…</a:t>
            </a:r>
          </a:p>
        </p:txBody>
      </p:sp>
      <p:grpSp>
        <p:nvGrpSpPr>
          <p:cNvPr id="4" name="Step 1 · Groundwater"/>
          <p:cNvGrpSpPr/>
          <p:nvPr/>
        </p:nvGrpSpPr>
        <p:grpSpPr>
          <a:xfrm>
            <a:off x="609600" y="1676400"/>
            <a:ext cx="2814935" cy="857250"/>
            <a:chOff x="609600" y="1676400"/>
            <a:chExt cx="2814935" cy="857250"/>
          </a:xfrm>
        </p:grpSpPr>
        <p:pic>
          <p:nvPicPr>
            <p:cNvPr id="5" name="Icon" descr="step1-icon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09600" y="1676400"/>
              <a:ext cx="1333500" cy="857250"/>
            </a:xfrm>
            <a:prstGeom prst="rect">
              <a:avLst/>
            </a:prstGeom>
          </p:spPr>
        </p:pic>
        <p:sp>
          <p:nvSpPr>
            <p:cNvPr id="6" name="Number"/>
            <p:cNvSpPr/>
            <p:nvPr/>
          </p:nvSpPr>
          <p:spPr>
            <a:xfrm>
              <a:off x="2114550" y="1836390"/>
              <a:ext cx="228600" cy="228600"/>
            </a:xfrm>
            <a:prstGeom prst="rect">
              <a:avLst/>
            </a:prstGeom>
            <a:solidFill>
              <a:srgbClr val="EFD69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sz="1125" b="1">
                  <a:solidFill>
                    <a:srgbClr val="0B4031"/>
                  </a:solidFill>
                  <a:latin typeface="Source Sans 3"/>
                  <a:ea typeface="Source Sans 3"/>
                  <a:cs typeface="Source Sans 3"/>
                </a:rPr>
                <a:t>1</a:t>
              </a:r>
            </a:p>
          </p:txBody>
        </p:sp>
        <p:sp>
          <p:nvSpPr>
            <p:cNvPr id="7" name="Step title"/>
            <p:cNvSpPr txBox="1"/>
            <p:nvPr/>
          </p:nvSpPr>
          <p:spPr>
            <a:xfrm>
              <a:off x="2114550" y="2122140"/>
              <a:ext cx="1309985" cy="25137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979"/>
                </a:lnSpc>
              </a:pPr>
              <a:r>
                <a:rPr sz="1650" b="1">
                  <a:solidFill>
                    <a:srgbClr val="FFFFFF"/>
                  </a:solidFill>
                  <a:latin typeface="Josefin Sans"/>
                  <a:ea typeface="Josefin Sans"/>
                  <a:cs typeface="Josefin Sans"/>
                </a:rPr>
                <a:t>Groundwater</a:t>
              </a:r>
            </a:p>
          </p:txBody>
        </p:sp>
      </p:grpSp>
      <p:grpSp>
        <p:nvGrpSpPr>
          <p:cNvPr id="8" name="Step 2 · Settlement"/>
          <p:cNvGrpSpPr/>
          <p:nvPr/>
        </p:nvGrpSpPr>
        <p:grpSpPr>
          <a:xfrm>
            <a:off x="609600" y="3348038"/>
            <a:ext cx="2606427" cy="857250"/>
            <a:chOff x="609600" y="3348038"/>
            <a:chExt cx="2606427" cy="857250"/>
          </a:xfrm>
        </p:grpSpPr>
        <p:pic>
          <p:nvPicPr>
            <p:cNvPr id="9" name="Icon" descr="step2-icon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09600" y="3348038"/>
              <a:ext cx="1333500" cy="857250"/>
            </a:xfrm>
            <a:prstGeom prst="rect">
              <a:avLst/>
            </a:prstGeom>
          </p:spPr>
        </p:pic>
        <p:sp>
          <p:nvSpPr>
            <p:cNvPr id="10" name="Number"/>
            <p:cNvSpPr/>
            <p:nvPr/>
          </p:nvSpPr>
          <p:spPr>
            <a:xfrm>
              <a:off x="2114550" y="3508028"/>
              <a:ext cx="228600" cy="228600"/>
            </a:xfrm>
            <a:prstGeom prst="rect">
              <a:avLst/>
            </a:prstGeom>
            <a:solidFill>
              <a:srgbClr val="EFD69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sz="1125" b="1">
                  <a:solidFill>
                    <a:srgbClr val="0B4031"/>
                  </a:solidFill>
                  <a:latin typeface="Source Sans 3"/>
                  <a:ea typeface="Source Sans 3"/>
                  <a:cs typeface="Source Sans 3"/>
                </a:rPr>
                <a:t>2</a:t>
              </a:r>
            </a:p>
          </p:txBody>
        </p:sp>
        <p:sp>
          <p:nvSpPr>
            <p:cNvPr id="11" name="Step title"/>
            <p:cNvSpPr txBox="1"/>
            <p:nvPr/>
          </p:nvSpPr>
          <p:spPr>
            <a:xfrm>
              <a:off x="2114550" y="3793778"/>
              <a:ext cx="1101477" cy="25137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979"/>
                </a:lnSpc>
              </a:pPr>
              <a:r>
                <a:rPr sz="1650" b="1">
                  <a:solidFill>
                    <a:srgbClr val="FFFFFF"/>
                  </a:solidFill>
                  <a:latin typeface="Josefin Sans"/>
                  <a:ea typeface="Josefin Sans"/>
                  <a:cs typeface="Josefin Sans"/>
                </a:rPr>
                <a:t>Settlement</a:t>
              </a:r>
            </a:p>
          </p:txBody>
        </p:sp>
      </p:grpSp>
      <p:grpSp>
        <p:nvGrpSpPr>
          <p:cNvPr id="12" name="Step 3 · Threshold"/>
          <p:cNvGrpSpPr/>
          <p:nvPr/>
        </p:nvGrpSpPr>
        <p:grpSpPr>
          <a:xfrm>
            <a:off x="609600" y="5019675"/>
            <a:ext cx="2497038" cy="857250"/>
            <a:chOff x="609600" y="5019675"/>
            <a:chExt cx="2497038" cy="857250"/>
          </a:xfrm>
        </p:grpSpPr>
        <p:pic>
          <p:nvPicPr>
            <p:cNvPr id="13" name="Icon" descr="step3-icon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09600" y="5019675"/>
              <a:ext cx="1333500" cy="857250"/>
            </a:xfrm>
            <a:prstGeom prst="rect">
              <a:avLst/>
            </a:prstGeom>
          </p:spPr>
        </p:pic>
        <p:sp>
          <p:nvSpPr>
            <p:cNvPr id="14" name="Number"/>
            <p:cNvSpPr/>
            <p:nvPr/>
          </p:nvSpPr>
          <p:spPr>
            <a:xfrm>
              <a:off x="2114550" y="5179665"/>
              <a:ext cx="228600" cy="228600"/>
            </a:xfrm>
            <a:prstGeom prst="rect">
              <a:avLst/>
            </a:prstGeom>
            <a:solidFill>
              <a:srgbClr val="EFD69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Autofit/>
            </a:bodyPr>
            <a:lstStyle/>
            <a:p>
              <a:pPr algn="ctr"/>
              <a:r>
                <a:rPr sz="1125" b="1">
                  <a:solidFill>
                    <a:srgbClr val="0B4031"/>
                  </a:solidFill>
                  <a:latin typeface="Source Sans 3"/>
                  <a:ea typeface="Source Sans 3"/>
                  <a:cs typeface="Source Sans 3"/>
                </a:rPr>
                <a:t>3</a:t>
              </a:r>
            </a:p>
          </p:txBody>
        </p:sp>
        <p:sp>
          <p:nvSpPr>
            <p:cNvPr id="15" name="Step title"/>
            <p:cNvSpPr txBox="1"/>
            <p:nvPr/>
          </p:nvSpPr>
          <p:spPr>
            <a:xfrm>
              <a:off x="2114550" y="5465415"/>
              <a:ext cx="992088" cy="25137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ts val="1979"/>
                </a:lnSpc>
              </a:pPr>
              <a:r>
                <a:rPr sz="1650" b="1">
                  <a:solidFill>
                    <a:srgbClr val="FFFFFF"/>
                  </a:solidFill>
                  <a:latin typeface="Josefin Sans"/>
                  <a:ea typeface="Josefin Sans"/>
                  <a:cs typeface="Josefin Sans"/>
                </a:rPr>
                <a:t>Threshold</a:t>
              </a:r>
            </a:p>
          </p:txBody>
        </p:sp>
      </p:grpSp>
      <p:sp>
        <p:nvSpPr>
          <p:cNvPr id="16" name="Video frame"/>
          <p:cNvSpPr/>
          <p:nvPr/>
        </p:nvSpPr>
        <p:spPr>
          <a:xfrm>
            <a:off x="4114800" y="1676400"/>
            <a:ext cx="7467600" cy="4200525"/>
          </a:xfrm>
          <a:prstGeom prst="rect">
            <a:avLst/>
          </a:prstGeom>
          <a:solidFill>
            <a:srgbClr val="0F593F"/>
          </a:solidFill>
          <a:ln w="9525">
            <a:solidFill>
              <a:srgbClr val="EFD6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01 - Grondwaterstand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4124325" y="1685925"/>
            <a:ext cx="7448550" cy="4181475"/>
          </a:xfrm>
          <a:prstGeom prst="rect">
            <a:avLst/>
          </a:prstGeom>
        </p:spPr>
      </p:pic>
      <p:pic>
        <p:nvPicPr>
          <p:cNvPr id="18" name="02 - Subsidence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4124325" y="1685925"/>
            <a:ext cx="7448550" cy="4181475"/>
          </a:xfrm>
          <a:prstGeom prst="rect">
            <a:avLst/>
          </a:prstGeom>
        </p:spPr>
      </p:pic>
      <p:pic>
        <p:nvPicPr>
          <p:cNvPr id="19" name="03 - Where can I build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4"/>
          <a:stretch>
            <a:fillRect/>
          </a:stretch>
        </p:blipFill>
        <p:spPr>
          <a:xfrm>
            <a:off x="4124325" y="1685925"/>
            <a:ext cx="7448550" cy="4181475"/>
          </a:xfrm>
          <a:prstGeom prst="rect">
            <a:avLst/>
          </a:prstGeom>
        </p:spPr>
      </p:pic>
      <p:sp>
        <p:nvSpPr>
          <p:cNvPr id="20" name="Label · Highest groundwater level (BRO)"/>
          <p:cNvSpPr/>
          <p:nvPr/>
        </p:nvSpPr>
        <p:spPr>
          <a:xfrm>
            <a:off x="6336134" y="5343525"/>
            <a:ext cx="3024932" cy="342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3350" tIns="0" rIns="133350" bIns="0" rtlCol="0" anchor="ctr">
            <a:noAutofit/>
          </a:bodyPr>
          <a:lstStyle/>
          <a:p>
            <a:pPr algn="ctr"/>
            <a:r>
              <a:rPr sz="1350" b="1">
                <a:solidFill>
                  <a:srgbClr val="EFD69F"/>
                </a:solidFill>
                <a:latin typeface="Josefin Sans"/>
                <a:ea typeface="Josefin Sans"/>
                <a:cs typeface="Josefin Sans"/>
              </a:rPr>
              <a:t>Highest groundwater level (BRO)</a:t>
            </a:r>
          </a:p>
        </p:txBody>
      </p:sp>
      <p:sp>
        <p:nvSpPr>
          <p:cNvPr id="21" name="Label · Draw the area"/>
          <p:cNvSpPr/>
          <p:nvPr/>
        </p:nvSpPr>
        <p:spPr>
          <a:xfrm>
            <a:off x="7111231" y="5343525"/>
            <a:ext cx="1474738" cy="342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3350" tIns="0" rIns="133350" bIns="0" rtlCol="0" anchor="ctr">
            <a:noAutofit/>
          </a:bodyPr>
          <a:lstStyle/>
          <a:p>
            <a:pPr algn="ctr"/>
            <a:r>
              <a:rPr sz="1350" b="1">
                <a:solidFill>
                  <a:srgbClr val="EFD69F"/>
                </a:solidFill>
                <a:latin typeface="Josefin Sans"/>
                <a:ea typeface="Josefin Sans"/>
                <a:cs typeface="Josefin Sans"/>
              </a:rPr>
              <a:t>Draw the area</a:t>
            </a:r>
          </a:p>
        </p:txBody>
      </p:sp>
      <p:sp>
        <p:nvSpPr>
          <p:cNvPr id="22" name="Label · Result: 1.281 m NAP → step 2"/>
          <p:cNvSpPr/>
          <p:nvPr/>
        </p:nvSpPr>
        <p:spPr>
          <a:xfrm>
            <a:off x="6583487" y="5343525"/>
            <a:ext cx="2530227" cy="342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3350" tIns="0" rIns="133350" bIns="0" rtlCol="0" anchor="ctr">
            <a:noAutofit/>
          </a:bodyPr>
          <a:lstStyle/>
          <a:p>
            <a:pPr algn="ctr"/>
            <a:r>
              <a:rPr sz="1350" b="1">
                <a:solidFill>
                  <a:srgbClr val="EFD69F"/>
                </a:solidFill>
                <a:latin typeface="Josefin Sans"/>
                <a:ea typeface="Josefin Sans"/>
                <a:cs typeface="Josefin Sans"/>
              </a:rPr>
              <a:t>Result: 1.281 m NAP → step 2</a:t>
            </a:r>
          </a:p>
        </p:txBody>
      </p:sp>
      <p:sp>
        <p:nvSpPr>
          <p:cNvPr id="23" name="Label · Groundwater level from step 1 + 1.5 m he"/>
          <p:cNvSpPr/>
          <p:nvPr/>
        </p:nvSpPr>
        <p:spPr>
          <a:xfrm>
            <a:off x="5646613" y="5343525"/>
            <a:ext cx="4403973" cy="342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3350" tIns="0" rIns="133350" bIns="0" rtlCol="0" anchor="ctr">
            <a:noAutofit/>
          </a:bodyPr>
          <a:lstStyle/>
          <a:p>
            <a:pPr algn="ctr"/>
            <a:r>
              <a:rPr sz="1350" b="1">
                <a:solidFill>
                  <a:srgbClr val="EFD69F"/>
                </a:solidFill>
                <a:latin typeface="Josefin Sans"/>
                <a:ea typeface="Josefin Sans"/>
                <a:cs typeface="Josefin Sans"/>
              </a:rPr>
              <a:t>Groundwater level from step 1 + 1.5 m height of fill</a:t>
            </a:r>
          </a:p>
        </p:txBody>
      </p:sp>
      <p:sp>
        <p:nvSpPr>
          <p:cNvPr id="24" name="Label · Same area"/>
          <p:cNvSpPr/>
          <p:nvPr/>
        </p:nvSpPr>
        <p:spPr>
          <a:xfrm>
            <a:off x="7258348" y="5343525"/>
            <a:ext cx="1180505" cy="342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3350" tIns="0" rIns="133350" bIns="0" rtlCol="0" anchor="ctr">
            <a:noAutofit/>
          </a:bodyPr>
          <a:lstStyle/>
          <a:p>
            <a:pPr algn="ctr"/>
            <a:r>
              <a:rPr sz="1350" b="1">
                <a:solidFill>
                  <a:srgbClr val="EFD69F"/>
                </a:solidFill>
                <a:latin typeface="Josefin Sans"/>
                <a:ea typeface="Josefin Sans"/>
                <a:cs typeface="Josefin Sans"/>
              </a:rPr>
              <a:t>Same area</a:t>
            </a:r>
          </a:p>
        </p:txBody>
      </p:sp>
      <p:sp>
        <p:nvSpPr>
          <p:cNvPr id="25" name="Label · Result: settlement GeoTIFF → step 3"/>
          <p:cNvSpPr/>
          <p:nvPr/>
        </p:nvSpPr>
        <p:spPr>
          <a:xfrm>
            <a:off x="6272212" y="5343525"/>
            <a:ext cx="3152775" cy="342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3350" tIns="0" rIns="133350" bIns="0" rtlCol="0" anchor="ctr">
            <a:noAutofit/>
          </a:bodyPr>
          <a:lstStyle/>
          <a:p>
            <a:pPr algn="ctr"/>
            <a:r>
              <a:rPr sz="1350" b="1">
                <a:solidFill>
                  <a:srgbClr val="EFD69F"/>
                </a:solidFill>
                <a:latin typeface="Josefin Sans"/>
                <a:ea typeface="Josefin Sans"/>
                <a:cs typeface="Josefin Sans"/>
              </a:rPr>
              <a:t>Result: settlement GeoTIFF → step 3</a:t>
            </a:r>
          </a:p>
        </p:txBody>
      </p:sp>
      <p:sp>
        <p:nvSpPr>
          <p:cNvPr id="26" name="Label · Total settlement"/>
          <p:cNvSpPr/>
          <p:nvPr/>
        </p:nvSpPr>
        <p:spPr>
          <a:xfrm>
            <a:off x="7035924" y="5343525"/>
            <a:ext cx="1625352" cy="342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3350" tIns="0" rIns="133350" bIns="0" rtlCol="0" anchor="ctr">
            <a:noAutofit/>
          </a:bodyPr>
          <a:lstStyle/>
          <a:p>
            <a:pPr algn="ctr"/>
            <a:r>
              <a:rPr sz="1350" b="1">
                <a:solidFill>
                  <a:srgbClr val="EFD69F"/>
                </a:solidFill>
                <a:latin typeface="Josefin Sans"/>
                <a:ea typeface="Josefin Sans"/>
                <a:cs typeface="Josefin Sans"/>
              </a:rPr>
              <a:t>Total settlement</a:t>
            </a:r>
          </a:p>
        </p:txBody>
      </p:sp>
      <p:sp>
        <p:nvSpPr>
          <p:cNvPr id="27" name="Label · Settlement GeoTIFF from step 2 + settlem"/>
          <p:cNvSpPr/>
          <p:nvPr/>
        </p:nvSpPr>
        <p:spPr>
          <a:xfrm>
            <a:off x="5192837" y="5343525"/>
            <a:ext cx="5311527" cy="342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3350" tIns="0" rIns="133350" bIns="0" rtlCol="0" anchor="ctr">
            <a:noAutofit/>
          </a:bodyPr>
          <a:lstStyle/>
          <a:p>
            <a:pPr algn="ctr"/>
            <a:r>
              <a:rPr sz="1350" b="1">
                <a:solidFill>
                  <a:srgbClr val="EFD69F"/>
                </a:solidFill>
                <a:latin typeface="Josefin Sans"/>
                <a:ea typeface="Josefin Sans"/>
                <a:cs typeface="Josefin Sans"/>
              </a:rPr>
              <a:t>Settlement GeoTIFF from step 2 + settlement threshold 0.4 m</a:t>
            </a:r>
          </a:p>
        </p:txBody>
      </p:sp>
      <p:sp>
        <p:nvSpPr>
          <p:cNvPr id="28" name="Label · Result: where you can build"/>
          <p:cNvSpPr/>
          <p:nvPr/>
        </p:nvSpPr>
        <p:spPr>
          <a:xfrm>
            <a:off x="6587356" y="5343525"/>
            <a:ext cx="2522488" cy="342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3350" tIns="0" rIns="133350" bIns="0" rtlCol="0" anchor="ctr">
            <a:noAutofit/>
          </a:bodyPr>
          <a:lstStyle/>
          <a:p>
            <a:pPr algn="ctr"/>
            <a:r>
              <a:rPr sz="1350" b="1">
                <a:solidFill>
                  <a:srgbClr val="EFD69F"/>
                </a:solidFill>
                <a:latin typeface="Josefin Sans"/>
                <a:ea typeface="Josefin Sans"/>
                <a:cs typeface="Josefin Sans"/>
              </a:rPr>
              <a:t>Result: where you can build</a:t>
            </a:r>
          </a:p>
        </p:txBody>
      </p:sp>
      <p:sp>
        <p:nvSpPr>
          <p:cNvPr id="29" name="Source"/>
          <p:cNvSpPr txBox="1"/>
          <p:nvPr/>
        </p:nvSpPr>
        <p:spPr>
          <a:xfrm>
            <a:off x="609600" y="6328470"/>
            <a:ext cx="8591550" cy="1485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70"/>
              </a:lnSpc>
            </a:pPr>
            <a:r>
              <a:rPr sz="975" b="0">
                <a:solidFill>
                  <a:srgbClr val="EFD69F"/>
                </a:solidFill>
                <a:latin typeface="Source Sans 3"/>
                <a:ea typeface="Source Sans 3"/>
                <a:cs typeface="Source Sans 3"/>
              </a:rPr>
              <a:t>Data: BRO; GeoTOP (TNO-GDN). Model: Atlantis (Deltares).</a:t>
            </a:r>
          </a:p>
        </p:txBody>
      </p:sp>
      <p:pic>
        <p:nvPicPr>
          <p:cNvPr id="30" name="Varidian logo" descr="G2-context-logo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53650" y="6265218"/>
            <a:ext cx="1428750" cy="2117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9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0.35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9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0.35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9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0.35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2017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mediacall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cmd type="call" cmd="playFrom(0.0)">
                                      <p:cBhvr>
                                        <p:cTn id="30" dur="17833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31" presetID="9" presetClass="emph" presetSubtype="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32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274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73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09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1594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65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2017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1173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3620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mediacall" presetSubtype="0" fill="hold" nodeType="withEffect">
                                  <p:stCondLst>
                                    <p:cond delay="21173"/>
                                  </p:stCondLst>
                                  <p:childTnLst>
                                    <p:cmd type="call" cmd="playFrom(0.0)">
                                      <p:cBhvr>
                                        <p:cTn id="58" dur="15033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9" presetID="9" presetClass="emph" presetSubtype="0" fill="hold" nodeType="withEffect">
                                  <p:stCondLst>
                                    <p:cond delay="21173"/>
                                  </p:stCondLst>
                                  <p:childTnLst>
                                    <p:set>
                                      <p:cBhvr>
                                        <p:cTn id="60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9" presetClass="emph" presetSubtype="0" fill="hold" nodeType="withEffect">
                                  <p:stCondLst>
                                    <p:cond delay="21173"/>
                                  </p:stCondLst>
                                  <p:childTnLst>
                                    <p:set>
                                      <p:cBhvr>
                                        <p:cTn id="62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21773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1" nodeType="withEffect">
                                  <p:stCondLst>
                                    <p:cond delay="2597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26173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1" nodeType="withEffect">
                                  <p:stCondLst>
                                    <p:cond delay="2997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30373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grpId="1" nodeType="withEffect">
                                  <p:stCondLst>
                                    <p:cond delay="33973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34173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grpId="1" nodeType="withEffect">
                                  <p:stCondLst>
                                    <p:cond delay="3620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37207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" presetClass="mediacall" presetSubtype="0" fill="hold" nodeType="withEffect">
                                  <p:stCondLst>
                                    <p:cond delay="37207"/>
                                  </p:stCondLst>
                                  <p:childTnLst>
                                    <p:cmd type="call" cmd="playFrom(0.0)">
                                      <p:cBhvr>
                                        <p:cTn id="91" dur="10400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2" presetID="9" presetClass="emph" presetSubtype="0" fill="hold" nodeType="withEffect">
                                  <p:stCondLst>
                                    <p:cond delay="37207"/>
                                  </p:stCondLst>
                                  <p:childTnLst>
                                    <p:set>
                                      <p:cBhvr>
                                        <p:cTn id="93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9" presetClass="emph" presetSubtype="0" fill="hold" nodeType="withEffect">
                                  <p:stCondLst>
                                    <p:cond delay="37207"/>
                                  </p:stCondLst>
                                  <p:childTnLst>
                                    <p:set>
                                      <p:cBhvr>
                                        <p:cTn id="95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38607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grpId="1" nodeType="withEffect">
                                  <p:stCondLst>
                                    <p:cond delay="43807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44007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9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9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111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video>
              <p:cMediaNode vol="0" mute="1">
                <p:cTn id="112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video>
            <p:video>
              <p:cMediaNode vol="0" mute="1">
                <p:cTn id="113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  <p:bldLst>
      <p:bldP spid="2" grpId="0" animBg="1"/>
      <p:bldP spid="3" grpId="0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5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 (result map)" descr="backgrou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hapter pill"/>
          <p:cNvSpPr/>
          <p:nvPr/>
        </p:nvSpPr>
        <p:spPr>
          <a:xfrm>
            <a:off x="609600" y="533400"/>
            <a:ext cx="1362968" cy="293340"/>
          </a:xfrm>
          <a:prstGeom prst="rect">
            <a:avLst/>
          </a:prstGeom>
          <a:noFill/>
          <a:ln w="9525">
            <a:solidFill>
              <a:srgbClr val="EFD6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14300" tIns="0" rIns="114300" bIns="0" rtlCol="0" anchor="ctr">
            <a:noAutofit/>
          </a:bodyPr>
          <a:lstStyle/>
          <a:p>
            <a:pPr algn="l">
              <a:lnSpc>
                <a:spcPts val="1260"/>
              </a:lnSpc>
            </a:pPr>
            <a:r>
              <a:rPr sz="1050" b="1" spc="300">
                <a:solidFill>
                  <a:srgbClr val="EFD69F"/>
                </a:solidFill>
                <a:latin typeface="Josefin Sans"/>
                <a:ea typeface="Josefin Sans"/>
                <a:cs typeface="Josefin Sans"/>
              </a:rPr>
              <a:t>4 · RESULT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979140"/>
            <a:ext cx="3132386" cy="42282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329"/>
              </a:lnSpc>
            </a:pPr>
            <a:r>
              <a:rPr sz="2775" b="1">
                <a:solidFill>
                  <a:srgbClr val="FFFFFF"/>
                </a:solidFill>
                <a:latin typeface="Josefin Sans"/>
                <a:ea typeface="Josefin Sans"/>
                <a:cs typeface="Josefin Sans"/>
              </a:rPr>
              <a:t>…now in one recipe</a:t>
            </a:r>
          </a:p>
        </p:txBody>
      </p:sp>
      <p:pic>
        <p:nvPicPr>
          <p:cNvPr id="5" name="04 - Smart Construction Analysis Recipe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Label · Smart Construction Analysis Recipe"/>
          <p:cNvSpPr/>
          <p:nvPr/>
        </p:nvSpPr>
        <p:spPr>
          <a:xfrm>
            <a:off x="4493568" y="6324600"/>
            <a:ext cx="3204865" cy="342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3350" tIns="0" rIns="133350" bIns="0" rtlCol="0" anchor="ctr">
            <a:noAutofit/>
          </a:bodyPr>
          <a:lstStyle/>
          <a:p>
            <a:pPr algn="ctr"/>
            <a:r>
              <a:rPr sz="1350" b="1">
                <a:solidFill>
                  <a:srgbClr val="EFD69F"/>
                </a:solidFill>
                <a:latin typeface="Josefin Sans"/>
                <a:ea typeface="Josefin Sans"/>
                <a:cs typeface="Josefin Sans"/>
              </a:rPr>
              <a:t>Smart Construction Analysis Recipe</a:t>
            </a:r>
          </a:p>
        </p:txBody>
      </p:sp>
      <p:sp>
        <p:nvSpPr>
          <p:cNvPr id="7" name="Label · Only draw the area: expert settings are "/>
          <p:cNvSpPr/>
          <p:nvPr/>
        </p:nvSpPr>
        <p:spPr>
          <a:xfrm>
            <a:off x="3797052" y="6324600"/>
            <a:ext cx="4597896" cy="342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3350" tIns="0" rIns="133350" bIns="0" rtlCol="0" anchor="ctr">
            <a:noAutofit/>
          </a:bodyPr>
          <a:lstStyle/>
          <a:p>
            <a:pPr algn="ctr"/>
            <a:r>
              <a:rPr sz="1350" b="1">
                <a:solidFill>
                  <a:srgbClr val="EFD69F"/>
                </a:solidFill>
                <a:latin typeface="Josefin Sans"/>
                <a:ea typeface="Josefin Sans"/>
                <a:cs typeface="Josefin Sans"/>
              </a:rPr>
              <a:t>Only draw the area: expert settings are in the recipe</a:t>
            </a:r>
          </a:p>
        </p:txBody>
      </p:sp>
      <p:sp>
        <p:nvSpPr>
          <p:cNvPr id="8" name="Label · All steps in a single run, in seconds"/>
          <p:cNvSpPr/>
          <p:nvPr/>
        </p:nvSpPr>
        <p:spPr>
          <a:xfrm>
            <a:off x="4514329" y="6324600"/>
            <a:ext cx="3163342" cy="342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3350" tIns="0" rIns="133350" bIns="0" rtlCol="0" anchor="ctr">
            <a:noAutofit/>
          </a:bodyPr>
          <a:lstStyle/>
          <a:p>
            <a:pPr algn="ctr"/>
            <a:r>
              <a:rPr sz="1350" b="1">
                <a:solidFill>
                  <a:srgbClr val="EFD69F"/>
                </a:solidFill>
                <a:latin typeface="Josefin Sans"/>
                <a:ea typeface="Josefin Sans"/>
                <a:cs typeface="Josefin Sans"/>
              </a:rPr>
              <a:t>All steps in a single run, in seconds</a:t>
            </a:r>
          </a:p>
        </p:txBody>
      </p:sp>
      <p:sp>
        <p:nvSpPr>
          <p:cNvPr id="9" name="Label · Result: areas suitable for building"/>
          <p:cNvSpPr/>
          <p:nvPr/>
        </p:nvSpPr>
        <p:spPr>
          <a:xfrm>
            <a:off x="4563219" y="6324600"/>
            <a:ext cx="3065562" cy="342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3350" tIns="0" rIns="133350" bIns="0" rtlCol="0" anchor="ctr">
            <a:noAutofit/>
          </a:bodyPr>
          <a:lstStyle/>
          <a:p>
            <a:pPr algn="ctr"/>
            <a:r>
              <a:rPr sz="1350" b="1">
                <a:solidFill>
                  <a:srgbClr val="EFD69F"/>
                </a:solidFill>
                <a:latin typeface="Josefin Sans"/>
                <a:ea typeface="Josefin Sans"/>
                <a:cs typeface="Josefin Sans"/>
              </a:rPr>
              <a:t>Result: areas suitable for building</a:t>
            </a:r>
          </a:p>
        </p:txBody>
      </p:sp>
      <p:sp>
        <p:nvSpPr>
          <p:cNvPr id="10" name="Label · Result: where you can build"/>
          <p:cNvSpPr/>
          <p:nvPr/>
        </p:nvSpPr>
        <p:spPr>
          <a:xfrm>
            <a:off x="4834756" y="6324600"/>
            <a:ext cx="2522488" cy="3429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33350" tIns="0" rIns="133350" bIns="0" rtlCol="0" anchor="ctr">
            <a:noAutofit/>
          </a:bodyPr>
          <a:lstStyle/>
          <a:p>
            <a:pPr algn="ctr"/>
            <a:r>
              <a:rPr sz="1350" b="1">
                <a:solidFill>
                  <a:srgbClr val="EFD69F"/>
                </a:solidFill>
                <a:latin typeface="Josefin Sans"/>
                <a:ea typeface="Josefin Sans"/>
                <a:cs typeface="Josefin Sans"/>
              </a:rPr>
              <a:t>Result: where you can build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mediacall" presetSubtype="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921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1" nodeType="withEffect">
                                  <p:stCondLst>
                                    <p:cond delay="5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8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1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138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4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4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  <p:bldLst>
      <p:bldP spid="3" grpId="0" animBg="1"/>
      <p:bldP spid="4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uild-up (video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Varidian logo" descr="G6-closing-logo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5750" y="2806750"/>
            <a:ext cx="4000500" cy="592931"/>
          </a:xfrm>
          <a:prstGeom prst="rect">
            <a:avLst/>
          </a:prstGeom>
        </p:spPr>
      </p:pic>
      <p:sp>
        <p:nvSpPr>
          <p:cNvPr id="4" name="Question"/>
          <p:cNvSpPr txBox="1"/>
          <p:nvPr/>
        </p:nvSpPr>
        <p:spPr>
          <a:xfrm>
            <a:off x="3133130" y="3742581"/>
            <a:ext cx="6097042" cy="30852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429"/>
              </a:lnSpc>
            </a:pPr>
            <a:r>
              <a:rPr sz="2025" b="1" spc="1200">
                <a:solidFill>
                  <a:srgbClr val="EFD69F"/>
                </a:solidFill>
                <a:latin typeface="Josefin Sans"/>
                <a:ea typeface="Josefin Sans"/>
                <a:cs typeface="Josefin Sans"/>
              </a:rPr>
              <a:t>WHERE CAN WE BUILD?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13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75E5B994ADCF34FAEAC1CA0D1E86766" ma:contentTypeVersion="11" ma:contentTypeDescription="Een nieuw document maken." ma:contentTypeScope="" ma:versionID="a2f24574fc992fd5c3a8a24ecaeee128">
  <xsd:schema xmlns:xsd="http://www.w3.org/2001/XMLSchema" xmlns:xs="http://www.w3.org/2001/XMLSchema" xmlns:p="http://schemas.microsoft.com/office/2006/metadata/properties" xmlns:ns2="c80e1c31-e336-4533-908f-cf3ae40cb085" targetNamespace="http://schemas.microsoft.com/office/2006/metadata/properties" ma:root="true" ma:fieldsID="f68146191ea2727e30d1845493475ef7" ns2:_="">
    <xsd:import namespace="c80e1c31-e336-4533-908f-cf3ae40cb08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0e1c31-e336-4533-908f-cf3ae40cb085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Afbeeldingtags" ma:readOnly="false" ma:fieldId="{5cf76f15-5ced-4ddc-b409-7134ff3c332f}" ma:taxonomyMulti="true" ma:sspId="d3fa24e4-0dba-42ba-b5ae-7ccc0ee7ed5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0e1c31-e336-4533-908f-cf3ae40cb08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709B622-257C-4CDF-AF35-569D8A291736}">
  <ds:schemaRefs>
    <ds:schemaRef ds:uri="c80e1c31-e336-4533-908f-cf3ae40cb08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E18993F-0042-4ACB-951B-ED8F2722BA07}">
  <ds:schemaRefs>
    <ds:schemaRef ds:uri="c80e1c31-e336-4533-908f-cf3ae40cb08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D116300-4B1D-4A4E-BC1E-8ED1BC92336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2026-10-21T07:12:31Z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0x010100C75E5B994ADCF34FAEAC1CA0D1E86766</vt:lpwstr>
  </property>
  <property fmtid="{D5CDD505-2E9C-101B-9397-08002B2CF9AE}" pid="3" name="MediaServiceImageTags">
    <vt:lpwstr/>
  </property>
</Properties>
</file>